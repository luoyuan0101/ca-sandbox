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燃烧</c:v>
                </c:pt>
              </c:strCache>
            </c:strRef>
          </c:tx>
          <c:spPr>
            <a:solidFill>
              <a:srgbClr val="F65C0A"/>
            </a:solidFill>
            <a:ln w="27940" cap="flat">
              <a:solidFill>
                <a:srgbClr val="F65C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65C0A"/>
              </a:solidFill>
              <a:ln w="9525" cap="flat">
                <a:solidFill>
                  <a:srgbClr val="F65C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Sheet1!$A$2:$A$56</c:f>
              <c:multiLvlStrCache>
                <c:ptCount val="5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  <c:pt idx="25">
                    <c:v>125</c:v>
                  </c:pt>
                  <c:pt idx="26">
                    <c:v>130</c:v>
                  </c:pt>
                  <c:pt idx="27">
                    <c:v>135</c:v>
                  </c:pt>
                  <c:pt idx="28">
                    <c:v>140</c:v>
                  </c:pt>
                  <c:pt idx="29">
                    <c:v>145</c:v>
                  </c:pt>
                  <c:pt idx="30">
                    <c:v>150</c:v>
                  </c:pt>
                  <c:pt idx="31">
                    <c:v>155</c:v>
                  </c:pt>
                  <c:pt idx="32">
                    <c:v>160</c:v>
                  </c:pt>
                  <c:pt idx="33">
                    <c:v>165</c:v>
                  </c:pt>
                  <c:pt idx="34">
                    <c:v>170</c:v>
                  </c:pt>
                  <c:pt idx="35">
                    <c:v>175</c:v>
                  </c:pt>
                  <c:pt idx="36">
                    <c:v>180</c:v>
                  </c:pt>
                  <c:pt idx="37">
                    <c:v>185</c:v>
                  </c:pt>
                  <c:pt idx="38">
                    <c:v>190</c:v>
                  </c:pt>
                  <c:pt idx="39">
                    <c:v>195</c:v>
                  </c:pt>
                  <c:pt idx="40">
                    <c:v>200</c:v>
                  </c:pt>
                  <c:pt idx="41">
                    <c:v>205</c:v>
                  </c:pt>
                  <c:pt idx="42">
                    <c:v>210</c:v>
                  </c:pt>
                  <c:pt idx="43">
                    <c:v>215</c:v>
                  </c:pt>
                  <c:pt idx="44">
                    <c:v>220</c:v>
                  </c:pt>
                  <c:pt idx="45">
                    <c:v>225</c:v>
                  </c:pt>
                  <c:pt idx="46">
                    <c:v>230</c:v>
                  </c:pt>
                  <c:pt idx="47">
                    <c:v>235</c:v>
                  </c:pt>
                  <c:pt idx="48">
                    <c:v>240</c:v>
                  </c:pt>
                  <c:pt idx="49">
                    <c:v>245</c:v>
                  </c:pt>
                  <c:pt idx="50">
                    <c:v>250</c:v>
                  </c:pt>
                  <c:pt idx="51">
                    <c:v>255</c:v>
                  </c:pt>
                  <c:pt idx="52">
                    <c:v>260</c:v>
                  </c:pt>
                  <c:pt idx="53">
                    <c:v>265</c:v>
                  </c:pt>
                  <c:pt idx="54">
                    <c:v>266</c:v>
                  </c:pt>
                </c:lvl>
              </c:multiLvlStrCache>
            </c:multiLvl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0</c:v>
                </c:pt>
                <c:pt idx="11">
                  <c:v>7</c:v>
                </c:pt>
                <c:pt idx="12">
                  <c:v>5</c:v>
                </c:pt>
                <c:pt idx="13">
                  <c:v>13</c:v>
                </c:pt>
                <c:pt idx="14">
                  <c:v>9</c:v>
                </c:pt>
                <c:pt idx="15">
                  <c:v>19</c:v>
                </c:pt>
                <c:pt idx="16">
                  <c:v>22</c:v>
                </c:pt>
                <c:pt idx="17">
                  <c:v>37</c:v>
                </c:pt>
                <c:pt idx="18">
                  <c:v>25</c:v>
                </c:pt>
                <c:pt idx="19">
                  <c:v>33</c:v>
                </c:pt>
                <c:pt idx="20">
                  <c:v>27</c:v>
                </c:pt>
                <c:pt idx="21">
                  <c:v>40</c:v>
                </c:pt>
                <c:pt idx="22">
                  <c:v>53</c:v>
                </c:pt>
                <c:pt idx="23">
                  <c:v>46</c:v>
                </c:pt>
                <c:pt idx="24">
                  <c:v>41</c:v>
                </c:pt>
                <c:pt idx="25">
                  <c:v>51</c:v>
                </c:pt>
                <c:pt idx="26">
                  <c:v>69</c:v>
                </c:pt>
                <c:pt idx="27">
                  <c:v>91</c:v>
                </c:pt>
                <c:pt idx="28">
                  <c:v>82</c:v>
                </c:pt>
                <c:pt idx="29">
                  <c:v>85</c:v>
                </c:pt>
                <c:pt idx="30">
                  <c:v>84</c:v>
                </c:pt>
                <c:pt idx="31">
                  <c:v>73</c:v>
                </c:pt>
                <c:pt idx="32">
                  <c:v>58</c:v>
                </c:pt>
                <c:pt idx="33">
                  <c:v>60</c:v>
                </c:pt>
                <c:pt idx="34">
                  <c:v>63</c:v>
                </c:pt>
                <c:pt idx="35">
                  <c:v>73</c:v>
                </c:pt>
                <c:pt idx="36">
                  <c:v>76</c:v>
                </c:pt>
                <c:pt idx="37">
                  <c:v>66</c:v>
                </c:pt>
                <c:pt idx="38">
                  <c:v>60</c:v>
                </c:pt>
                <c:pt idx="39">
                  <c:v>64</c:v>
                </c:pt>
                <c:pt idx="40">
                  <c:v>53</c:v>
                </c:pt>
                <c:pt idx="41">
                  <c:v>54</c:v>
                </c:pt>
                <c:pt idx="42">
                  <c:v>42</c:v>
                </c:pt>
                <c:pt idx="43">
                  <c:v>27</c:v>
                </c:pt>
                <c:pt idx="44">
                  <c:v>28</c:v>
                </c:pt>
                <c:pt idx="45">
                  <c:v>18</c:v>
                </c:pt>
                <c:pt idx="46">
                  <c:v>10</c:v>
                </c:pt>
                <c:pt idx="47">
                  <c:v>7</c:v>
                </c:pt>
                <c:pt idx="48">
                  <c:v>4</c:v>
                </c:pt>
                <c:pt idx="49">
                  <c:v>5</c:v>
                </c:pt>
                <c:pt idx="50">
                  <c:v>3</c:v>
                </c:pt>
                <c:pt idx="51">
                  <c:v>4</c:v>
                </c:pt>
                <c:pt idx="52">
                  <c:v>2</c:v>
                </c:pt>
                <c:pt idx="53">
                  <c:v>2</c:v>
                </c:pt>
                <c:pt idx="5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升温</c:v>
                </c:pt>
              </c:strCache>
            </c:strRef>
          </c:tx>
          <c:spPr>
            <a:solidFill>
              <a:srgbClr val="E8703A"/>
            </a:solidFill>
            <a:ln w="27940" cap="flat">
              <a:solidFill>
                <a:srgbClr val="E87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3A"/>
              </a:solidFill>
              <a:ln w="9525" cap="flat">
                <a:solidFill>
                  <a:srgbClr val="E87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Sheet1!$A$2:$A$56</c:f>
              <c:multiLvlStrCache>
                <c:ptCount val="5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  <c:pt idx="25">
                    <c:v>125</c:v>
                  </c:pt>
                  <c:pt idx="26">
                    <c:v>130</c:v>
                  </c:pt>
                  <c:pt idx="27">
                    <c:v>135</c:v>
                  </c:pt>
                  <c:pt idx="28">
                    <c:v>140</c:v>
                  </c:pt>
                  <c:pt idx="29">
                    <c:v>145</c:v>
                  </c:pt>
                  <c:pt idx="30">
                    <c:v>150</c:v>
                  </c:pt>
                  <c:pt idx="31">
                    <c:v>155</c:v>
                  </c:pt>
                  <c:pt idx="32">
                    <c:v>160</c:v>
                  </c:pt>
                  <c:pt idx="33">
                    <c:v>165</c:v>
                  </c:pt>
                  <c:pt idx="34">
                    <c:v>170</c:v>
                  </c:pt>
                  <c:pt idx="35">
                    <c:v>175</c:v>
                  </c:pt>
                  <c:pt idx="36">
                    <c:v>180</c:v>
                  </c:pt>
                  <c:pt idx="37">
                    <c:v>185</c:v>
                  </c:pt>
                  <c:pt idx="38">
                    <c:v>190</c:v>
                  </c:pt>
                  <c:pt idx="39">
                    <c:v>195</c:v>
                  </c:pt>
                  <c:pt idx="40">
                    <c:v>200</c:v>
                  </c:pt>
                  <c:pt idx="41">
                    <c:v>205</c:v>
                  </c:pt>
                  <c:pt idx="42">
                    <c:v>210</c:v>
                  </c:pt>
                  <c:pt idx="43">
                    <c:v>215</c:v>
                  </c:pt>
                  <c:pt idx="44">
                    <c:v>220</c:v>
                  </c:pt>
                  <c:pt idx="45">
                    <c:v>225</c:v>
                  </c:pt>
                  <c:pt idx="46">
                    <c:v>230</c:v>
                  </c:pt>
                  <c:pt idx="47">
                    <c:v>235</c:v>
                  </c:pt>
                  <c:pt idx="48">
                    <c:v>240</c:v>
                  </c:pt>
                  <c:pt idx="49">
                    <c:v>245</c:v>
                  </c:pt>
                  <c:pt idx="50">
                    <c:v>250</c:v>
                  </c:pt>
                  <c:pt idx="51">
                    <c:v>255</c:v>
                  </c:pt>
                  <c:pt idx="52">
                    <c:v>260</c:v>
                  </c:pt>
                  <c:pt idx="53">
                    <c:v>265</c:v>
                  </c:pt>
                  <c:pt idx="54">
                    <c:v>266</c:v>
                  </c:pt>
                </c:lvl>
              </c:multiLvlStrCache>
            </c:multiLvl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0</c:v>
                </c:pt>
                <c:pt idx="9">
                  <c:v>5</c:v>
                </c:pt>
                <c:pt idx="10">
                  <c:v>10</c:v>
                </c:pt>
                <c:pt idx="11">
                  <c:v>3</c:v>
                </c:pt>
                <c:pt idx="12">
                  <c:v>6</c:v>
                </c:pt>
                <c:pt idx="13">
                  <c:v>5</c:v>
                </c:pt>
                <c:pt idx="14">
                  <c:v>15</c:v>
                </c:pt>
                <c:pt idx="15">
                  <c:v>22</c:v>
                </c:pt>
                <c:pt idx="16">
                  <c:v>28</c:v>
                </c:pt>
                <c:pt idx="17">
                  <c:v>20</c:v>
                </c:pt>
                <c:pt idx="18">
                  <c:v>25</c:v>
                </c:pt>
                <c:pt idx="19">
                  <c:v>24</c:v>
                </c:pt>
                <c:pt idx="20">
                  <c:v>27</c:v>
                </c:pt>
                <c:pt idx="21">
                  <c:v>26</c:v>
                </c:pt>
                <c:pt idx="22">
                  <c:v>27</c:v>
                </c:pt>
                <c:pt idx="23">
                  <c:v>27</c:v>
                </c:pt>
                <c:pt idx="24">
                  <c:v>28</c:v>
                </c:pt>
                <c:pt idx="25">
                  <c:v>43</c:v>
                </c:pt>
                <c:pt idx="26">
                  <c:v>55</c:v>
                </c:pt>
                <c:pt idx="27">
                  <c:v>54</c:v>
                </c:pt>
                <c:pt idx="28">
                  <c:v>56</c:v>
                </c:pt>
                <c:pt idx="29">
                  <c:v>47</c:v>
                </c:pt>
                <c:pt idx="30">
                  <c:v>44</c:v>
                </c:pt>
                <c:pt idx="31">
                  <c:v>34</c:v>
                </c:pt>
                <c:pt idx="32">
                  <c:v>39</c:v>
                </c:pt>
                <c:pt idx="33">
                  <c:v>36</c:v>
                </c:pt>
                <c:pt idx="34">
                  <c:v>43</c:v>
                </c:pt>
                <c:pt idx="35">
                  <c:v>42</c:v>
                </c:pt>
                <c:pt idx="36">
                  <c:v>50</c:v>
                </c:pt>
                <c:pt idx="37">
                  <c:v>35</c:v>
                </c:pt>
                <c:pt idx="38">
                  <c:v>32</c:v>
                </c:pt>
                <c:pt idx="39">
                  <c:v>33</c:v>
                </c:pt>
                <c:pt idx="40">
                  <c:v>32</c:v>
                </c:pt>
                <c:pt idx="41">
                  <c:v>20</c:v>
                </c:pt>
                <c:pt idx="42">
                  <c:v>16</c:v>
                </c:pt>
                <c:pt idx="43">
                  <c:v>17</c:v>
                </c:pt>
                <c:pt idx="44">
                  <c:v>11</c:v>
                </c:pt>
                <c:pt idx="45">
                  <c:v>6</c:v>
                </c:pt>
                <c:pt idx="46">
                  <c:v>6</c:v>
                </c:pt>
                <c:pt idx="47">
                  <c:v>6</c:v>
                </c:pt>
                <c:pt idx="48">
                  <c:v>4</c:v>
                </c:pt>
                <c:pt idx="49">
                  <c:v>3</c:v>
                </c:pt>
                <c:pt idx="50">
                  <c:v>1</c:v>
                </c:pt>
                <c:pt idx="51">
                  <c:v>3</c:v>
                </c:pt>
                <c:pt idx="52">
                  <c:v>2</c:v>
                </c:pt>
                <c:pt idx="53">
                  <c:v>0</c:v>
                </c:pt>
                <c:pt idx="54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火星</c:v>
                </c:pt>
              </c:strCache>
            </c:strRef>
          </c:tx>
          <c:spPr>
            <a:solidFill>
              <a:srgbClr val="F0B429"/>
            </a:solidFill>
            <a:ln w="27940" cap="flat">
              <a:solidFill>
                <a:srgbClr val="F0B42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0B429"/>
              </a:solidFill>
              <a:ln w="9525" cap="flat">
                <a:solidFill>
                  <a:srgbClr val="F0B42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Sheet1!$A$2:$A$56</c:f>
              <c:multiLvlStrCache>
                <c:ptCount val="5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  <c:pt idx="25">
                    <c:v>125</c:v>
                  </c:pt>
                  <c:pt idx="26">
                    <c:v>130</c:v>
                  </c:pt>
                  <c:pt idx="27">
                    <c:v>135</c:v>
                  </c:pt>
                  <c:pt idx="28">
                    <c:v>140</c:v>
                  </c:pt>
                  <c:pt idx="29">
                    <c:v>145</c:v>
                  </c:pt>
                  <c:pt idx="30">
                    <c:v>150</c:v>
                  </c:pt>
                  <c:pt idx="31">
                    <c:v>155</c:v>
                  </c:pt>
                  <c:pt idx="32">
                    <c:v>160</c:v>
                  </c:pt>
                  <c:pt idx="33">
                    <c:v>165</c:v>
                  </c:pt>
                  <c:pt idx="34">
                    <c:v>170</c:v>
                  </c:pt>
                  <c:pt idx="35">
                    <c:v>175</c:v>
                  </c:pt>
                  <c:pt idx="36">
                    <c:v>180</c:v>
                  </c:pt>
                  <c:pt idx="37">
                    <c:v>185</c:v>
                  </c:pt>
                  <c:pt idx="38">
                    <c:v>190</c:v>
                  </c:pt>
                  <c:pt idx="39">
                    <c:v>195</c:v>
                  </c:pt>
                  <c:pt idx="40">
                    <c:v>200</c:v>
                  </c:pt>
                  <c:pt idx="41">
                    <c:v>205</c:v>
                  </c:pt>
                  <c:pt idx="42">
                    <c:v>210</c:v>
                  </c:pt>
                  <c:pt idx="43">
                    <c:v>215</c:v>
                  </c:pt>
                  <c:pt idx="44">
                    <c:v>220</c:v>
                  </c:pt>
                  <c:pt idx="45">
                    <c:v>225</c:v>
                  </c:pt>
                  <c:pt idx="46">
                    <c:v>230</c:v>
                  </c:pt>
                  <c:pt idx="47">
                    <c:v>235</c:v>
                  </c:pt>
                  <c:pt idx="48">
                    <c:v>240</c:v>
                  </c:pt>
                  <c:pt idx="49">
                    <c:v>245</c:v>
                  </c:pt>
                  <c:pt idx="50">
                    <c:v>250</c:v>
                  </c:pt>
                  <c:pt idx="51">
                    <c:v>255</c:v>
                  </c:pt>
                  <c:pt idx="52">
                    <c:v>260</c:v>
                  </c:pt>
                  <c:pt idx="53">
                    <c:v>265</c:v>
                  </c:pt>
                  <c:pt idx="54">
                    <c:v>266</c:v>
                  </c:pt>
                </c:lvl>
              </c:multiLvlStrCache>
            </c:multiLvlStrRef>
          </c:cat>
          <c:val>
            <c:numRef>
              <c:f>Sheet1!$D$2:$D$56</c:f>
              <c:numCache>
                <c:formatCode>General</c:formatCode>
                <c:ptCount val="5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7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1</c:v>
                </c:pt>
                <c:pt idx="8">
                  <c:v>6</c:v>
                </c:pt>
                <c:pt idx="9">
                  <c:v>4</c:v>
                </c:pt>
                <c:pt idx="10">
                  <c:v>4</c:v>
                </c:pt>
                <c:pt idx="11">
                  <c:v>13</c:v>
                </c:pt>
                <c:pt idx="12">
                  <c:v>16</c:v>
                </c:pt>
                <c:pt idx="13">
                  <c:v>15</c:v>
                </c:pt>
                <c:pt idx="14">
                  <c:v>22</c:v>
                </c:pt>
                <c:pt idx="15">
                  <c:v>26</c:v>
                </c:pt>
                <c:pt idx="16">
                  <c:v>34</c:v>
                </c:pt>
                <c:pt idx="17">
                  <c:v>17</c:v>
                </c:pt>
                <c:pt idx="18">
                  <c:v>26</c:v>
                </c:pt>
                <c:pt idx="19">
                  <c:v>36</c:v>
                </c:pt>
                <c:pt idx="20">
                  <c:v>39</c:v>
                </c:pt>
                <c:pt idx="21">
                  <c:v>39</c:v>
                </c:pt>
                <c:pt idx="22">
                  <c:v>43</c:v>
                </c:pt>
                <c:pt idx="23">
                  <c:v>52</c:v>
                </c:pt>
                <c:pt idx="24">
                  <c:v>60</c:v>
                </c:pt>
                <c:pt idx="25">
                  <c:v>60</c:v>
                </c:pt>
                <c:pt idx="26">
                  <c:v>79</c:v>
                </c:pt>
                <c:pt idx="27">
                  <c:v>69</c:v>
                </c:pt>
                <c:pt idx="28">
                  <c:v>77</c:v>
                </c:pt>
                <c:pt idx="29">
                  <c:v>63</c:v>
                </c:pt>
                <c:pt idx="30">
                  <c:v>56</c:v>
                </c:pt>
                <c:pt idx="31">
                  <c:v>59</c:v>
                </c:pt>
                <c:pt idx="32">
                  <c:v>57</c:v>
                </c:pt>
                <c:pt idx="33">
                  <c:v>68</c:v>
                </c:pt>
                <c:pt idx="34">
                  <c:v>52</c:v>
                </c:pt>
                <c:pt idx="35">
                  <c:v>56</c:v>
                </c:pt>
                <c:pt idx="36">
                  <c:v>45</c:v>
                </c:pt>
                <c:pt idx="37">
                  <c:v>50</c:v>
                </c:pt>
                <c:pt idx="38">
                  <c:v>55</c:v>
                </c:pt>
                <c:pt idx="39">
                  <c:v>42</c:v>
                </c:pt>
                <c:pt idx="40">
                  <c:v>34</c:v>
                </c:pt>
                <c:pt idx="41">
                  <c:v>31</c:v>
                </c:pt>
                <c:pt idx="42">
                  <c:v>23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10</c:v>
                </c:pt>
                <c:pt idx="47">
                  <c:v>7</c:v>
                </c:pt>
                <c:pt idx="48">
                  <c:v>6</c:v>
                </c:pt>
                <c:pt idx="49">
                  <c:v>5</c:v>
                </c:pt>
                <c:pt idx="50">
                  <c:v>4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灰烬</c:v>
                </c:pt>
              </c:strCache>
            </c:strRef>
          </c:tx>
          <c:spPr>
            <a:solidFill>
              <a:srgbClr val="3B3733"/>
            </a:solidFill>
            <a:ln w="27940" cap="flat">
              <a:solidFill>
                <a:srgbClr val="3B37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3733"/>
              </a:solidFill>
              <a:ln w="9525" cap="flat">
                <a:solidFill>
                  <a:srgbClr val="3B37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Sheet1!$A$2:$A$56</c:f>
              <c:multiLvlStrCache>
                <c:ptCount val="5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  <c:pt idx="25">
                    <c:v>125</c:v>
                  </c:pt>
                  <c:pt idx="26">
                    <c:v>130</c:v>
                  </c:pt>
                  <c:pt idx="27">
                    <c:v>135</c:v>
                  </c:pt>
                  <c:pt idx="28">
                    <c:v>140</c:v>
                  </c:pt>
                  <c:pt idx="29">
                    <c:v>145</c:v>
                  </c:pt>
                  <c:pt idx="30">
                    <c:v>150</c:v>
                  </c:pt>
                  <c:pt idx="31">
                    <c:v>155</c:v>
                  </c:pt>
                  <c:pt idx="32">
                    <c:v>160</c:v>
                  </c:pt>
                  <c:pt idx="33">
                    <c:v>165</c:v>
                  </c:pt>
                  <c:pt idx="34">
                    <c:v>170</c:v>
                  </c:pt>
                  <c:pt idx="35">
                    <c:v>175</c:v>
                  </c:pt>
                  <c:pt idx="36">
                    <c:v>180</c:v>
                  </c:pt>
                  <c:pt idx="37">
                    <c:v>185</c:v>
                  </c:pt>
                  <c:pt idx="38">
                    <c:v>190</c:v>
                  </c:pt>
                  <c:pt idx="39">
                    <c:v>195</c:v>
                  </c:pt>
                  <c:pt idx="40">
                    <c:v>200</c:v>
                  </c:pt>
                  <c:pt idx="41">
                    <c:v>205</c:v>
                  </c:pt>
                  <c:pt idx="42">
                    <c:v>210</c:v>
                  </c:pt>
                  <c:pt idx="43">
                    <c:v>215</c:v>
                  </c:pt>
                  <c:pt idx="44">
                    <c:v>220</c:v>
                  </c:pt>
                  <c:pt idx="45">
                    <c:v>225</c:v>
                  </c:pt>
                  <c:pt idx="46">
                    <c:v>230</c:v>
                  </c:pt>
                  <c:pt idx="47">
                    <c:v>235</c:v>
                  </c:pt>
                  <c:pt idx="48">
                    <c:v>240</c:v>
                  </c:pt>
                  <c:pt idx="49">
                    <c:v>245</c:v>
                  </c:pt>
                  <c:pt idx="50">
                    <c:v>250</c:v>
                  </c:pt>
                  <c:pt idx="51">
                    <c:v>255</c:v>
                  </c:pt>
                  <c:pt idx="52">
                    <c:v>260</c:v>
                  </c:pt>
                  <c:pt idx="53">
                    <c:v>265</c:v>
                  </c:pt>
                  <c:pt idx="54">
                    <c:v>266</c:v>
                  </c:pt>
                </c:lvl>
              </c:multiLvlStrCache>
            </c:multiLvlStrRef>
          </c:cat>
          <c:val>
            <c:numRef>
              <c:f>Sheet1!$E$2:$E$56</c:f>
              <c:numCache>
                <c:formatCode>General</c:formatCode>
                <c:ptCount val="55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18</c:v>
                </c:pt>
                <c:pt idx="4">
                  <c:v>25</c:v>
                </c:pt>
                <c:pt idx="5">
                  <c:v>28</c:v>
                </c:pt>
                <c:pt idx="6">
                  <c:v>34</c:v>
                </c:pt>
                <c:pt idx="7">
                  <c:v>34</c:v>
                </c:pt>
                <c:pt idx="8">
                  <c:v>38</c:v>
                </c:pt>
                <c:pt idx="9">
                  <c:v>42</c:v>
                </c:pt>
                <c:pt idx="10">
                  <c:v>44</c:v>
                </c:pt>
                <c:pt idx="11">
                  <c:v>48</c:v>
                </c:pt>
                <c:pt idx="12">
                  <c:v>63</c:v>
                </c:pt>
                <c:pt idx="13">
                  <c:v>73</c:v>
                </c:pt>
                <c:pt idx="14">
                  <c:v>86</c:v>
                </c:pt>
                <c:pt idx="15">
                  <c:v>101</c:v>
                </c:pt>
                <c:pt idx="16">
                  <c:v>129</c:v>
                </c:pt>
                <c:pt idx="17">
                  <c:v>160</c:v>
                </c:pt>
                <c:pt idx="18">
                  <c:v>202</c:v>
                </c:pt>
                <c:pt idx="19">
                  <c:v>227</c:v>
                </c:pt>
                <c:pt idx="20">
                  <c:v>262</c:v>
                </c:pt>
                <c:pt idx="21">
                  <c:v>293</c:v>
                </c:pt>
                <c:pt idx="22">
                  <c:v>327</c:v>
                </c:pt>
                <c:pt idx="23">
                  <c:v>373</c:v>
                </c:pt>
                <c:pt idx="24">
                  <c:v>430</c:v>
                </c:pt>
                <c:pt idx="25">
                  <c:v>466</c:v>
                </c:pt>
                <c:pt idx="26">
                  <c:v>501</c:v>
                </c:pt>
                <c:pt idx="27">
                  <c:v>557</c:v>
                </c:pt>
                <c:pt idx="28">
                  <c:v>633</c:v>
                </c:pt>
                <c:pt idx="29">
                  <c:v>702</c:v>
                </c:pt>
                <c:pt idx="30">
                  <c:v>767</c:v>
                </c:pt>
                <c:pt idx="31">
                  <c:v>835</c:v>
                </c:pt>
                <c:pt idx="32">
                  <c:v>893</c:v>
                </c:pt>
                <c:pt idx="33">
                  <c:v>945</c:v>
                </c:pt>
                <c:pt idx="34">
                  <c:v>991</c:v>
                </c:pt>
                <c:pt idx="35">
                  <c:v>1034</c:v>
                </c:pt>
                <c:pt idx="36">
                  <c:v>1081</c:v>
                </c:pt>
                <c:pt idx="37">
                  <c:v>1144</c:v>
                </c:pt>
                <c:pt idx="38">
                  <c:v>1198</c:v>
                </c:pt>
                <c:pt idx="39">
                  <c:v>1235</c:v>
                </c:pt>
                <c:pt idx="40">
                  <c:v>1278</c:v>
                </c:pt>
                <c:pt idx="41">
                  <c:v>1309</c:v>
                </c:pt>
                <c:pt idx="42">
                  <c:v>1340</c:v>
                </c:pt>
                <c:pt idx="43">
                  <c:v>1368</c:v>
                </c:pt>
                <c:pt idx="44">
                  <c:v>1381</c:v>
                </c:pt>
                <c:pt idx="45">
                  <c:v>1399</c:v>
                </c:pt>
                <c:pt idx="46">
                  <c:v>1410</c:v>
                </c:pt>
                <c:pt idx="47">
                  <c:v>1416</c:v>
                </c:pt>
                <c:pt idx="48">
                  <c:v>1422</c:v>
                </c:pt>
                <c:pt idx="49">
                  <c:v>1423</c:v>
                </c:pt>
                <c:pt idx="50">
                  <c:v>1428</c:v>
                </c:pt>
                <c:pt idx="51">
                  <c:v>1429</c:v>
                </c:pt>
                <c:pt idx="52">
                  <c:v>1432</c:v>
                </c:pt>
                <c:pt idx="53">
                  <c:v>1434</c:v>
                </c:pt>
                <c:pt idx="54">
                  <c:v>1436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湿隔离带</c:v>
                </c:pt>
              </c:strCache>
            </c:strRef>
          </c:tx>
          <c:spPr>
            <a:solidFill>
              <a:srgbClr val="4E8FCB"/>
            </a:solidFill>
            <a:ln w="27940" cap="flat">
              <a:solidFill>
                <a:srgbClr val="4E8FC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8FCB"/>
              </a:solidFill>
              <a:ln w="9525" cap="flat">
                <a:solidFill>
                  <a:srgbClr val="4E8FC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Sheet1!$A$2:$A$56</c:f>
              <c:multiLvlStrCache>
                <c:ptCount val="5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  <c:pt idx="25">
                    <c:v>125</c:v>
                  </c:pt>
                  <c:pt idx="26">
                    <c:v>130</c:v>
                  </c:pt>
                  <c:pt idx="27">
                    <c:v>135</c:v>
                  </c:pt>
                  <c:pt idx="28">
                    <c:v>140</c:v>
                  </c:pt>
                  <c:pt idx="29">
                    <c:v>145</c:v>
                  </c:pt>
                  <c:pt idx="30">
                    <c:v>150</c:v>
                  </c:pt>
                  <c:pt idx="31">
                    <c:v>155</c:v>
                  </c:pt>
                  <c:pt idx="32">
                    <c:v>160</c:v>
                  </c:pt>
                  <c:pt idx="33">
                    <c:v>165</c:v>
                  </c:pt>
                  <c:pt idx="34">
                    <c:v>170</c:v>
                  </c:pt>
                  <c:pt idx="35">
                    <c:v>175</c:v>
                  </c:pt>
                  <c:pt idx="36">
                    <c:v>180</c:v>
                  </c:pt>
                  <c:pt idx="37">
                    <c:v>185</c:v>
                  </c:pt>
                  <c:pt idx="38">
                    <c:v>190</c:v>
                  </c:pt>
                  <c:pt idx="39">
                    <c:v>195</c:v>
                  </c:pt>
                  <c:pt idx="40">
                    <c:v>200</c:v>
                  </c:pt>
                  <c:pt idx="41">
                    <c:v>205</c:v>
                  </c:pt>
                  <c:pt idx="42">
                    <c:v>210</c:v>
                  </c:pt>
                  <c:pt idx="43">
                    <c:v>215</c:v>
                  </c:pt>
                  <c:pt idx="44">
                    <c:v>220</c:v>
                  </c:pt>
                  <c:pt idx="45">
                    <c:v>225</c:v>
                  </c:pt>
                  <c:pt idx="46">
                    <c:v>230</c:v>
                  </c:pt>
                  <c:pt idx="47">
                    <c:v>235</c:v>
                  </c:pt>
                  <c:pt idx="48">
                    <c:v>240</c:v>
                  </c:pt>
                  <c:pt idx="49">
                    <c:v>245</c:v>
                  </c:pt>
                  <c:pt idx="50">
                    <c:v>250</c:v>
                  </c:pt>
                  <c:pt idx="51">
                    <c:v>255</c:v>
                  </c:pt>
                  <c:pt idx="52">
                    <c:v>260</c:v>
                  </c:pt>
                  <c:pt idx="53">
                    <c:v>265</c:v>
                  </c:pt>
                  <c:pt idx="54">
                    <c:v>266</c:v>
                  </c:pt>
                </c:lvl>
              </c:multiLvlStrCache>
            </c:multiLvlStrRef>
          </c:cat>
          <c:val>
            <c:numRef>
              <c:f>Sheet1!$F$2:$F$56</c:f>
              <c:numCache>
                <c:formatCode>General</c:formatCode>
                <c:ptCount val="5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9</c:v>
                </c:pt>
                <c:pt idx="13">
                  <c:v>12</c:v>
                </c:pt>
                <c:pt idx="14">
                  <c:v>17</c:v>
                </c:pt>
                <c:pt idx="15">
                  <c:v>27</c:v>
                </c:pt>
                <c:pt idx="16">
                  <c:v>27</c:v>
                </c:pt>
                <c:pt idx="17">
                  <c:v>24</c:v>
                </c:pt>
                <c:pt idx="18">
                  <c:v>21</c:v>
                </c:pt>
                <c:pt idx="19">
                  <c:v>16</c:v>
                </c:pt>
                <c:pt idx="20">
                  <c:v>6</c:v>
                </c:pt>
                <c:pt idx="21">
                  <c:v>3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轮次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格数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65C0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火灾蔓延元胞自动机模拟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5C5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 验 报 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2011680" cy="36576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模型：</a:t>
            </a:r>
            <a:pPr indent="0" marL="0">
              <a:buNone/>
            </a:pPr>
            <a:r>
              <a:rPr lang="en-US" sz="13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多阶段燃烧元胞自动机（正常 → 火星 → 升温 → 燃烧 → 灰烬）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导出时间：2026/10/7 13:26:25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AF9F7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389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模拟总轮次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6916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93008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AF9F7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389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燃烧峰值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5C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格（第 137 轮）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45936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AF9F7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389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最终烧毁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10528" y="16916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1436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10528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98864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AF9F7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63456" y="1389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烧毁占比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63456" y="16916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5C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37.5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63456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 可燃区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56616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5C5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火势在第 137 轮达到峰值，同时燃烧 94 格；最终烧毁 1436 格，占可燃区的 37.5%。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5C5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本次模拟未施加降雨。建议对照实验：在火势峰值时施加降雨，观察曲线下降速率的变化。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5C5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派出 4 支消防队（分兵：一半扑火，一半开隔离带，出警延迟 3 轮），累计扑救明火 99 格、打出湿隔离带 33 格。扑救明显发挥了作用，火势被有效压制。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5C5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所有宏观火势形态均由格子与其邻居之间的局部规则自发形成，即「涌现」现象。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火势演化曲线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状态格数随轮次的变化 —— 有曲线才是实验，不是动画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实验参数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44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地图规模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60934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 × 50 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85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植被构成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枯草 56% / 针叶林 24% / 灌木 10% / 湿草 5% / 阔叶林 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6265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26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空气湿度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2918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41330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东向，强度 0.40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49743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28016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344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着火原因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160934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雷击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12140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185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动物扰动·飞火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24505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96265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026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动物扰动·踩踏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32918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关闭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80390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消防队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10528" y="41330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支 · 移动 3 格/轮 · 延迟 3 轮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464515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AF9F7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随机种子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10528" y="49743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20261007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5897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使用相同的随机种子与参数，可复现完全一致的模拟结果。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8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逐轮数据（抽样）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完整数据请见导出的 CSV / Word 报告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280160"/>
                <a:gridCol w="1280160"/>
                <a:gridCol w="1463040"/>
                <a:gridCol w="1463040"/>
                <a:gridCol w="128016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轮次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正常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火星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升温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燃烧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灰烬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湿带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烧毁率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82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3997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3971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3963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34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3948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42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1.1%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3901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75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3805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3701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202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5.3%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105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3599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293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7.6%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3441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430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135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3229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54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557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14.5%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150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3049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56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84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767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20.0%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2891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945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24.7%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180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2748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50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76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1081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28.2%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2626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1235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32.2%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2579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1340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35.0%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1399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36.5%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2564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1422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37.1%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2564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1429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37.3%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2564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3733"/>
                          </a:solidFill>
                        </a:rPr>
                        <a:t>1436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C554D"/>
                          </a:solidFill>
                        </a:rPr>
                        <a:t>37.5%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8A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2026-10-07T05:26:25Z</dcterms:created>
  <dcterms:modified xsi:type="dcterms:W3CDTF">2026-10-07T05:26:25Z</dcterms:modified>
</cp:coreProperties>
</file>